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5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771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13954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CampusWay – Твой цифровой помощник по кампусу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06046"/>
            <a:ext cx="75564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Присоединяйтесь к нам в путешествии по инновационному решению для адаптации и навигации в университетской среде.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06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Команда: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89" y="5884452"/>
            <a:ext cx="7556421" cy="287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1. </a:t>
            </a: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Утяев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Радмир, ТОП-104Б</a:t>
            </a:r>
            <a:b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</a:br>
            <a:endParaRPr lang="ru-RU" dirty="0"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</a:pPr>
            <a:r>
              <a:rPr lang="en-US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2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. Ярославцев Михаил , ТОП-103Б</a:t>
            </a:r>
            <a:b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</a:pPr>
            <a:r>
              <a:rPr lang="en-US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3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Зарипов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Дамир, ТОП-103Б</a:t>
            </a:r>
          </a:p>
          <a:p>
            <a:pPr>
              <a:lnSpc>
                <a:spcPts val="1400"/>
              </a:lnSpc>
            </a:pPr>
            <a:endParaRPr lang="en-US" dirty="0"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</a:pPr>
            <a:r>
              <a:rPr lang="en-US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4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Исламгулов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Самир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, ТОП-103Б</a:t>
            </a:r>
          </a:p>
          <a:p>
            <a:pPr>
              <a:lnSpc>
                <a:spcPts val="1400"/>
              </a:lnSpc>
            </a:pPr>
            <a:endParaRPr lang="en-US" dirty="0"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</a:pPr>
            <a:r>
              <a:rPr lang="en-US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5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. Политов Сергей, ТОП-103Б</a:t>
            </a:r>
            <a:endParaRPr lang="ru-RU" b="1" dirty="0">
              <a:latin typeface="Roboto Condensed Light" pitchFamily="2" charset="0"/>
              <a:ea typeface="Roboto Condensed Light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71D2F4-9DE2-142C-8167-8E01E05FD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288" y="778486"/>
            <a:ext cx="4527382" cy="53003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9950" y="6410325"/>
            <a:ext cx="3600450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5980"/>
            <a:ext cx="9816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87312" y="2661463"/>
            <a:ext cx="69244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ru-RU" sz="2400" dirty="0"/>
              <a:t>Студенты первого курса теряются в университете: не могут найти аудитории, не знают о мероприятиях, не понимают как работают различные сервисы вуза</a:t>
            </a:r>
            <a:r>
              <a:rPr lang="ru-RU" dirty="0"/>
              <a:t>.</a:t>
            </a:r>
            <a:endParaRPr lang="ru-RU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 flipV="1">
            <a:off x="6666271" y="8931132"/>
            <a:ext cx="105195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89" y="4395208"/>
            <a:ext cx="6924437" cy="184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-Данный проект в разы облегчит</a:t>
            </a:r>
          </a:p>
          <a:p>
            <a:pPr>
              <a:lnSpc>
                <a:spcPts val="1600"/>
              </a:lnSpc>
            </a:pPr>
            <a:b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ориентирование в инфраструктуре кампуса</a:t>
            </a:r>
          </a:p>
          <a:p>
            <a:pPr>
              <a:lnSpc>
                <a:spcPts val="1600"/>
              </a:lnSpc>
            </a:pP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Blip>
                <a:blip r:embed="rId3"/>
              </a:buBlip>
            </a:pP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-Потребителем проекта являются студенты</a:t>
            </a:r>
          </a:p>
        </p:txBody>
      </p:sp>
      <p:sp>
        <p:nvSpPr>
          <p:cNvPr id="6" name="Text 4"/>
          <p:cNvSpPr/>
          <p:nvPr/>
        </p:nvSpPr>
        <p:spPr>
          <a:xfrm>
            <a:off x="793790" y="5694878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249" y="2480072"/>
            <a:ext cx="5564862" cy="431827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6997498"/>
            <a:ext cx="2438400" cy="123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2801"/>
            <a:ext cx="83491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Последствия дезориентации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484776" y="3021981"/>
            <a:ext cx="7208921" cy="3890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spcBef>
                <a:spcPts val="1200"/>
              </a:spcBef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Информация о событиях и кружках разрознена, что затрудняет её поиск и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актуализацию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ru-RU" sz="24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>
              <a:lnSpc>
                <a:spcPts val="2850"/>
              </a:lnSpc>
              <a:spcBef>
                <a:spcPts val="1200"/>
              </a:spcBef>
              <a:buSzPct val="100000"/>
              <a:buFontTx/>
              <a:buChar char="•"/>
            </a:pP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удобного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быстрого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инструмента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поиска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конкретных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помещений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ru-RU" sz="24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>
              <a:lnSpc>
                <a:spcPts val="2850"/>
              </a:lnSpc>
              <a:spcBef>
                <a:spcPts val="1200"/>
              </a:spcBef>
              <a:buSzPct val="100000"/>
              <a:buFontTx/>
              <a:buChar char="•"/>
            </a:pP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Сложность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ориентации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может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привести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снижению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вовлеченности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студентов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активную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университетскую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жизнь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академические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процессы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  <a:p>
            <a:pPr marL="342900" indent="-342900">
              <a:lnSpc>
                <a:spcPts val="2850"/>
              </a:lnSpc>
              <a:spcBef>
                <a:spcPts val="1200"/>
              </a:spcBef>
              <a:buSzPct val="100000"/>
              <a:buFontTx/>
              <a:buChar char="•"/>
            </a:pPr>
            <a:endParaRPr lang="en-US" sz="2400" dirty="0"/>
          </a:p>
          <a:p>
            <a:pPr marL="342900" indent="-342900" algn="l">
              <a:lnSpc>
                <a:spcPts val="2850"/>
              </a:lnSpc>
              <a:spcBef>
                <a:spcPts val="1200"/>
              </a:spcBef>
              <a:buSzPct val="100000"/>
              <a:buChar char="•"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84776" y="3782416"/>
            <a:ext cx="7610365" cy="149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84776" y="4803074"/>
            <a:ext cx="7610365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6410325"/>
            <a:ext cx="3600450" cy="1819275"/>
          </a:xfrm>
          <a:prstGeom prst="rect">
            <a:avLst/>
          </a:prstGeom>
        </p:spPr>
      </p:pic>
      <p:pic>
        <p:nvPicPr>
          <p:cNvPr id="9" name="Picture 2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079" y="2161580"/>
            <a:ext cx="3470280" cy="45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CampusWay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 </a:t>
            </a: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Новизна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и </a:t>
            </a: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Уникальность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0808"/>
            <a:ext cx="3664744" cy="2773799"/>
          </a:xfrm>
          <a:prstGeom prst="roundRect">
            <a:avLst>
              <a:gd name="adj" fmla="val 196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Единый интерфейс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5660"/>
            <a:ext cx="31958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CampusWay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сайт, который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объединяет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навигацию, события и студенческие клубы в одном интуитивно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понятном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интерфейсе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50808"/>
            <a:ext cx="3664863" cy="2773799"/>
          </a:xfrm>
          <a:prstGeom prst="roundRect">
            <a:avLst>
              <a:gd name="adj" fmla="val 196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885242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Локализованное решение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72999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Разработано с учетом всех особенностей и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потребностей</a:t>
            </a:r>
            <a:r>
              <a:rPr lang="ru-RU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вузов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514624" y="58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3762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922" y="7355206"/>
            <a:ext cx="1730477" cy="874394"/>
          </a:xfrm>
          <a:prstGeom prst="rect">
            <a:avLst/>
          </a:prstGeom>
        </p:spPr>
      </p:pic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52400" y="15240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3715" y="770821"/>
            <a:ext cx="3765600" cy="3964840"/>
          </a:xfrm>
          <a:prstGeom prst="rect">
            <a:avLst/>
          </a:prstGeom>
        </p:spPr>
      </p:pic>
      <p:sp>
        <p:nvSpPr>
          <p:cNvPr id="19" name="Shape 7"/>
          <p:cNvSpPr/>
          <p:nvPr/>
        </p:nvSpPr>
        <p:spPr>
          <a:xfrm>
            <a:off x="6280189" y="5569923"/>
            <a:ext cx="7556421" cy="1052670"/>
          </a:xfrm>
          <a:prstGeom prst="roundRect">
            <a:avLst>
              <a:gd name="adj" fmla="val 323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Box 20"/>
          <p:cNvSpPr txBox="1"/>
          <p:nvPr/>
        </p:nvSpPr>
        <p:spPr>
          <a:xfrm>
            <a:off x="6575160" y="5983957"/>
            <a:ext cx="7261450" cy="63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Интеграция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"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советов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дня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"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для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повышения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вовлеченности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студентов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.</a:t>
            </a:r>
            <a:endParaRPr lang="en-US" sz="1750" dirty="0">
              <a:latin typeface="Inter"/>
              <a:ea typeface="Inter"/>
            </a:endParaRPr>
          </a:p>
          <a:p>
            <a:endParaRPr lang="ru-RU" dirty="0"/>
          </a:p>
        </p:txBody>
      </p:sp>
      <p:sp>
        <p:nvSpPr>
          <p:cNvPr id="22" name="Text 2"/>
          <p:cNvSpPr/>
          <p:nvPr/>
        </p:nvSpPr>
        <p:spPr>
          <a:xfrm>
            <a:off x="6749057" y="5663616"/>
            <a:ext cx="15592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Вовлечение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7583" y="2909173"/>
            <a:ext cx="10070187" cy="59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Идея решения: Цифровой гид по кампусу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7583" y="3791426"/>
            <a:ext cx="13295233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разработали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CampusWay,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котор</a:t>
            </a:r>
            <a:r>
              <a:rPr lang="ru-RU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ый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станет незаменимым инструментом для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каждого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студента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обеспечивая удобство и доступность информации.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67583" y="4616291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4723" y="4616291"/>
            <a:ext cx="91440" cy="1449943"/>
          </a:xfrm>
          <a:prstGeom prst="roundRect">
            <a:avLst>
              <a:gd name="adj" fmla="val 87624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949762" y="4829889"/>
            <a:ext cx="2894886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Интуитивная навигация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49762" y="5242322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Простой поиск аудиторий, кабинетов и других объектов инфраструктуры университета.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10569" y="4616291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87709" y="4616291"/>
            <a:ext cx="91440" cy="1449943"/>
          </a:xfrm>
          <a:prstGeom prst="roundRect">
            <a:avLst>
              <a:gd name="adj" fmla="val 87624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7692747" y="4829889"/>
            <a:ext cx="2431256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Календарь событий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692747" y="5242322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Актуальная информация о всех университетских мероприятиях, лекциях и встречах.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7583" y="6256973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723" y="6256973"/>
            <a:ext cx="91440" cy="1449943"/>
          </a:xfrm>
          <a:prstGeom prst="roundRect">
            <a:avLst>
              <a:gd name="adj" fmla="val 87624"/>
            </a:avLst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949762" y="6470571"/>
            <a:ext cx="238458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Каталог клубов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49762" y="6883003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список студенческих организаций с описанием деятельности и контактами.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410569" y="6256973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87709" y="6256973"/>
            <a:ext cx="91440" cy="1449943"/>
          </a:xfrm>
          <a:prstGeom prst="roundRect">
            <a:avLst>
              <a:gd name="adj" fmla="val 87624"/>
            </a:avLst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7692747" y="6470571"/>
            <a:ext cx="243911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Адаптивный дизайн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7692747" y="6883003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 доступно с любого устройства – от настольного компьютера до мобильного телефона.</a:t>
            </a:r>
            <a:endParaRPr lang="en-US" sz="15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684" y="7785735"/>
            <a:ext cx="2595715" cy="44386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38BED0A-8E7C-CCCF-0B17-8E835FA00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000" y="32945"/>
            <a:ext cx="11308465" cy="28762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09161"/>
            <a:ext cx="9287708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Технологический стек CampusWay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520" y="1980367"/>
            <a:ext cx="13167360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создания CampusWay мы использовали современные и надежные технологии, обеспечивающие стабильность, гибкость и масштабируемость проекта.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4408"/>
            <a:ext cx="626983" cy="626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772614"/>
            <a:ext cx="3104317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Backend: Flask (Python)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31520" y="4224457"/>
            <a:ext cx="645306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Легковесный и мощный фреймворк для быстрой разработки серверной части приложения.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812" y="2884408"/>
            <a:ext cx="626983" cy="6269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5812" y="3772614"/>
            <a:ext cx="4241363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Frontend: HTML, CSS, JavaScript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445812" y="4224457"/>
            <a:ext cx="645306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Стандартные веб-технологии для создания интерактивного и отзывчивого пользовательского интерфейса.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31520" y="6199584"/>
            <a:ext cx="2951917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Данные: JSON-файлы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731520" y="6651427"/>
            <a:ext cx="645306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Эффективное хранение и управление информацией об аудиториях, событиях и клубах.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812" y="5311378"/>
            <a:ext cx="626983" cy="6269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5812" y="6199584"/>
            <a:ext cx="2717244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Адаптивная верстка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445812" y="6651427"/>
            <a:ext cx="645306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Обеспечение корректного отображения и функциональности на любых устройствах и разрешениях экрана.</a:t>
            </a:r>
            <a:endParaRPr lang="en-US" sz="16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67302" y="7136607"/>
            <a:ext cx="2163097" cy="1092993"/>
          </a:xfrm>
          <a:prstGeom prst="rect">
            <a:avLst/>
          </a:prstGeom>
        </p:spPr>
      </p:pic>
      <p:pic>
        <p:nvPicPr>
          <p:cNvPr id="20" name="Рисунок 19" descr="Список со сплошной заливкой">
            <a:extLst>
              <a:ext uri="{FF2B5EF4-FFF2-40B4-BE49-F238E27FC236}">
                <a16:creationId xmlns:a16="http://schemas.microsoft.com/office/drawing/2014/main" id="{3102D700-FA11-8A54-6F36-3B0B3CAFE4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319" y="5449906"/>
            <a:ext cx="689491" cy="6894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25" y="664726"/>
            <a:ext cx="9714548" cy="58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План работы по реализации CampusWay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7225" y="1626989"/>
            <a:ext cx="13315950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разработали четкий план из шести ключевых этапов, который позволит нам эффективно </a:t>
            </a:r>
            <a:r>
              <a:rPr lang="en-US" sz="2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реализовать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7225" y="2438995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7225" y="2735223"/>
            <a:ext cx="656403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57225" y="2874764"/>
            <a:ext cx="2590443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 потребностей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7225" y="3280886"/>
            <a:ext cx="6564035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Глубокое изучение нужд и ожиданий студентов и преподавателей для формирования функциональных требований.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09021" y="2438995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09021" y="2735223"/>
            <a:ext cx="656415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409021" y="2874764"/>
            <a:ext cx="361640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Проектирование архитектуры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09021" y="3280886"/>
            <a:ext cx="6564154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надежной и масштабируемой структуры приложения.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4210169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7225" y="4506397"/>
            <a:ext cx="656403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57225" y="4645938"/>
            <a:ext cx="267212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Разработка прототипа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7225" y="5052060"/>
            <a:ext cx="6564035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минимально жизнеспособного продукта для тестирования основных функций.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09021" y="4210169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409021" y="4506397"/>
            <a:ext cx="656415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409021" y="4645938"/>
            <a:ext cx="278368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Наполнение контентом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09021" y="5052060"/>
            <a:ext cx="6564154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 и интеграция актуальных данных об аудиториях, событиях и клубах.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7225" y="5981343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7225" y="6277570"/>
            <a:ext cx="656403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57225" y="6417112"/>
            <a:ext cx="319837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Тестирование и доработка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7225" y="6823234"/>
            <a:ext cx="6564035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Тщательная проверка функциональности и исправление выявленных недочетов.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09021" y="5981343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409021" y="6277570"/>
            <a:ext cx="656415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7409021" y="6417112"/>
            <a:ext cx="234731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Запуск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09021" y="6823234"/>
            <a:ext cx="6564154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Официальный релиз CampusWay и его внедрение в университетскую жизнь.</a:t>
            </a:r>
            <a:endParaRPr lang="en-US" dirty="0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781" y="7240938"/>
            <a:ext cx="1956618" cy="9886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136" y="643771"/>
            <a:ext cx="9216390" cy="62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Необходимые ресурсы для проекта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4136" y="1674852"/>
            <a:ext cx="13222129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успешной реализации CampusWay нам потребуется ряд ключевых инструментов и данных, которые обеспечат эффективную разработку и поддержку проекта.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36" y="2545080"/>
            <a:ext cx="3116937" cy="3116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136" y="5863114"/>
            <a:ext cx="251507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3, Flask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04136" y="6298049"/>
            <a:ext cx="3116937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 для бэкенд-разработки, обеспечивающая гибкость и производительность.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533" y="2545080"/>
            <a:ext cx="3116937" cy="31169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72533" y="5863114"/>
            <a:ext cx="311693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Редактор кода (VS Code)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4072532" y="6298049"/>
            <a:ext cx="3116937" cy="96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Удобная среда для разработки с широкими возможностями для написания и отладки кода.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930" y="2545080"/>
            <a:ext cx="3116937" cy="31169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40930" y="5863114"/>
            <a:ext cx="309681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для контроля версий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440930" y="6298049"/>
            <a:ext cx="3116937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контроля версий для совместной работы команды и отслеживания изменений в коде.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9327" y="2545080"/>
            <a:ext cx="3116937" cy="31169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09327" y="5863114"/>
            <a:ext cx="285404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Данные университета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0809327" y="6298049"/>
            <a:ext cx="3116937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Актуальная информация об аудиториях, расписании занятий и местах проведения мероприятий.</a:t>
            </a:r>
            <a:endParaRPr lang="en-US" sz="16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3948" y="7235969"/>
            <a:ext cx="1966452" cy="993631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81931" y="2439352"/>
            <a:ext cx="6528138" cy="32640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88" y="463510"/>
            <a:ext cx="8351044" cy="52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00"/>
              </a:lnSpc>
            </a:pPr>
            <a:r>
              <a:rPr lang="en-US" sz="33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Наша</a:t>
            </a: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3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Команда</a:t>
            </a: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 </a:t>
            </a:r>
            <a:r>
              <a:rPr lang="en-US" sz="33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Двигатель</a:t>
            </a: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3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CampusWay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8288" y="1324808"/>
            <a:ext cx="13453824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Познакомьтесь с командой, стоящей за разработкой CampusWay – группой талантливых и преданных своему делу студентов, каждый из которых вносит свой уникальный вклад в проект.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8288" y="2051804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8433" y="2398395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8631" y="2219801"/>
            <a:ext cx="5289113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Зарипов Дамир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– Team Lead, backend-</a:t>
            </a:r>
            <a:r>
              <a:rPr lang="en-US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разработка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8631" y="2583299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за общую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координацию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проекта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8288" y="3228261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8433" y="3574852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630" y="3396258"/>
            <a:ext cx="5494683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Ярославцев Михаил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</a:t>
            </a:r>
            <a:r>
              <a:rPr lang="en-US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Дизайнер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интерфейсов</a:t>
            </a:r>
            <a:r>
              <a:rPr lang="ru-RU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 аналитик</a:t>
            </a:r>
            <a:endParaRPr lang="en-US" dirty="0"/>
          </a:p>
          <a:p>
            <a:pPr>
              <a:lnSpc>
                <a:spcPts val="2050"/>
              </a:lnSpc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28631" y="3759756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пользовательский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</a:t>
            </a:r>
            <a:r>
              <a:rPr lang="ru-RU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8288" y="4404717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433" y="4751308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28631" y="4572714"/>
            <a:ext cx="4881734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Исламгулов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Самир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Frontend-</a:t>
            </a:r>
            <a:r>
              <a:rPr lang="en-US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разработчик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28631" y="4936212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Разрабатывает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привлекательный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интуитивно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понятный дизайн приложения.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8288" y="5581174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433" y="5927765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28631" y="5749171"/>
            <a:ext cx="392834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Политов Сергей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Контент-менеджер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28631" y="6112669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за сбор, организацию и актуализацию всей информации в приложении.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8288" y="6757630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8433" y="7104221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28631" y="6925628"/>
            <a:ext cx="3279815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Утяев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Радмир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</a:t>
            </a:r>
            <a:r>
              <a:rPr lang="en-US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Тестировщик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28631" y="7289125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Обеспечивает качество продукта, выявляя и документируя ошибки.</a:t>
            </a:r>
            <a:endParaRPr lang="en-US" sz="1600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6410325"/>
            <a:ext cx="3600450" cy="1819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652</Words>
  <Application>Microsoft Office PowerPoint</Application>
  <PresentationFormat>Произвольный</PresentationFormat>
  <Paragraphs>106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Inter</vt:lpstr>
      <vt:lpstr>Inter Bold</vt:lpstr>
      <vt:lpstr>Inter Light</vt:lpstr>
      <vt:lpstr>Roboto</vt:lpstr>
      <vt:lpstr>Roboto Condensed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радмир альбертович</dc:creator>
  <cp:lastModifiedBy>Дамир Зарипов</cp:lastModifiedBy>
  <cp:revision>16</cp:revision>
  <dcterms:created xsi:type="dcterms:W3CDTF">2025-09-23T11:34:16Z</dcterms:created>
  <dcterms:modified xsi:type="dcterms:W3CDTF">2025-09-23T13:42:33Z</dcterms:modified>
</cp:coreProperties>
</file>